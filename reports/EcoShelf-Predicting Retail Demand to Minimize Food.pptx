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73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EcoShelf: Minimizing Food Waste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Predicting Retail Demand to Minimize Food Waste.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Presented by Precious Ayoola.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8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92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EcoShelf addresses the challenge of balancing product availability with waste reduction in retail grocery.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224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94882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Demand Forecasting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15945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Improved accuracy for high-risk perishable departments (Grocery &amp; Produce).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51396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94882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669036"/>
            <a:ext cx="3240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ML Model Performance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15945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Random Forest Regressor reduced forecast error by 87% compared to traditional methods.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74568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94882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Financial Impact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1594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Potential annual optimization exceeding $1 million.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7612" y="463987"/>
            <a:ext cx="782776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Business Problem: Perishable Losses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47612" y="1180624"/>
            <a:ext cx="10935057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Retailers face significant losses from perishable goods due to inaccurate demand forecasting.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612" y="2190750"/>
            <a:ext cx="6972419" cy="3891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47612" y="6206847"/>
            <a:ext cx="19809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Overstocking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47612" y="6565106"/>
            <a:ext cx="6972419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Leads to food waste and tied-up capital.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128" y="1644968"/>
            <a:ext cx="3576042" cy="47679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14128" y="6537484"/>
            <a:ext cx="19809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Understocking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214128" y="6895743"/>
            <a:ext cx="3576042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Results in lost revenue and reduced customer satisfaction.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847612" y="7550348"/>
            <a:ext cx="10935057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EcoShelf aims to improve demand accuracy and reduce overstock-related waste.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2130" y="450413"/>
            <a:ext cx="5379125" cy="49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&amp; Analytical Approach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02130" y="1174790"/>
            <a:ext cx="11026140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analysis utilized the Walmart Store Sales Forecasting dataset, focusing on perishable departments.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802130" y="3317558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Overview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802130" y="3679746"/>
            <a:ext cx="3605689" cy="94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45 stores, 99 departments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140,000+ historical records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Focus: Dept 92 (Grocery) &amp; Dept 95 (Produce)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02130" y="4741902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802130" y="5104090"/>
            <a:ext cx="3605689" cy="94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Seasonal indicators (Week, Month)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Store Size, Holiday flag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Temperature, Fuel Price, economic variables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249" y="1645682"/>
            <a:ext cx="7030522" cy="39239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5249" y="5696188"/>
            <a:ext cx="2109192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Modeling Approaches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805249" y="6058376"/>
            <a:ext cx="7030522" cy="47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Seasonal baseline (historical weekly average)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Random Forest Regressor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05249" y="6645712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Evaluation Metrics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805249" y="7007900"/>
            <a:ext cx="7030522" cy="73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Mean Absolute Error (MAE)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Weighted MAE (holiday-weighted)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$R^2$ score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933"/>
            <a:ext cx="8241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Findings: Model Accuracy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33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Random Forest model significantly reduced forecast error compared to traditional methods.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31394"/>
            <a:ext cx="13042821" cy="1966198"/>
          </a:xfrm>
          <a:prstGeom prst="roundRect">
            <a:avLst>
              <a:gd name="adj" fmla="val 48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53901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368272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368272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18933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433304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Seasonal Baseline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433304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36,560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83965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498336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Random Forest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98336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4,732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57527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Random Forest model reduced forecast error by approximately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31,827 units per week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an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87% improvement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It achieved an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$R^2 = 0.718$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explaining nearly 72% of sales variation.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11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 Performance: Actual vs. Predicted Sales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588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scatter plot below illustrates the strong predictive performance of the Random Forest model.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3978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Observations: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Points clustered along the diagonal indicate accurate predictions. The model shows a high $R^2$ (0.967) and low MAE (≈4,732), demonstrating reliable weekly demand forecasting.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1196935"/>
            <a:ext cx="5330071" cy="666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Importance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6165" y="2263973"/>
            <a:ext cx="13138071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Understanding which factors drive sales is crucial for effective forecasting.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10" y="3070979"/>
            <a:ext cx="6256020" cy="37109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1561" y="3020616"/>
            <a:ext cx="3079313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Drivers of Demand: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631561" y="3554016"/>
            <a:ext cx="4260175" cy="212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Store Size:</a:t>
            </a: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The most influential factor.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Week of Year:</a:t>
            </a: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 strong seasonal driver.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Limited Impact:</a:t>
            </a: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Environmental and economic variables had minimal effect on total sales volume.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31561" y="5859780"/>
            <a:ext cx="4260175" cy="99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highlights the importance of structural store characteristics and seasonal cycles for inventory planning.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637223"/>
            <a:ext cx="8887778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Financial &amp; Sustainability Impact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0334" y="1752124"/>
            <a:ext cx="13089731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Improved forecast precision translates directly into significant financial savings and environmental benefits.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09236" y="3769876"/>
            <a:ext cx="2707124" cy="55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31,827</a:t>
            </a:r>
            <a:endParaRPr lang="en-US" sz="4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175" y="2394347"/>
            <a:ext cx="3301484" cy="33014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334" y="5964317"/>
            <a:ext cx="4185285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Units per week error reduction.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61459" y="3769876"/>
            <a:ext cx="2707124" cy="55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$95,000</a:t>
            </a:r>
            <a:endParaRPr lang="en-US" sz="4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398" y="2394347"/>
            <a:ext cx="3301484" cy="3301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22558" y="5964317"/>
            <a:ext cx="4185285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Weekly optimization potential (at $3/unit).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413683" y="3769876"/>
            <a:ext cx="2707124" cy="55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$4.9M</a:t>
            </a:r>
            <a:endParaRPr lang="en-US" sz="4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622" y="2394347"/>
            <a:ext cx="3301484" cy="33014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4781" y="5964317"/>
            <a:ext cx="4185285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Annual precision improvement.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770334" y="6898481"/>
            <a:ext cx="13089731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Even a conservative estimate of 20-25% waste reduction translates to over </a:t>
            </a:r>
            <a:r>
              <a:rPr lang="en-US" sz="17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 million annually</a:t>
            </a: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 cost savings, while also supporting sustainability goals.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48" y="581978"/>
            <a:ext cx="6413302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Strategic Recommendations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63548" y="1493163"/>
            <a:ext cx="13103185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Leverage machine learning for smarter inventory management.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48" y="1951077"/>
            <a:ext cx="949404" cy="11393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1901" y="2140863"/>
            <a:ext cx="309336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Implement ML Forecasting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871901" y="2532936"/>
            <a:ext cx="11994833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perishable departments to enhance accuracy.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48" y="3090386"/>
            <a:ext cx="949404" cy="11393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1901" y="3280172"/>
            <a:ext cx="2941320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Prioritize Seasonal Cycles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871901" y="3672245"/>
            <a:ext cx="11994833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Integrate into replenishment planning.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48" y="4229695"/>
            <a:ext cx="949404" cy="11393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71901" y="4419481"/>
            <a:ext cx="2822377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Monitor Holiday Periods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871901" y="4811554"/>
            <a:ext cx="11994833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With heightened forecast review.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48" y="5369004"/>
            <a:ext cx="949404" cy="11393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71901" y="5558790"/>
            <a:ext cx="325969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Integrate Predictive Outputs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871901" y="5950863"/>
            <a:ext cx="11994833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Into inventory ordering systems.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48" y="6508313"/>
            <a:ext cx="949404" cy="11393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71901" y="6698099"/>
            <a:ext cx="283833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Future Spoilage Analysis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871901" y="7090172"/>
            <a:ext cx="11994833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 directly measure waste reduction.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882" y="707946"/>
            <a:ext cx="7948136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Conclusion: EcoShelf's Impact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6882" y="1815941"/>
            <a:ext cx="13096637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EcoShelf demonstrates the power of machine learning in retail demand forecasting.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82" y="2636639"/>
            <a:ext cx="8325683" cy="464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4776" y="2896314"/>
            <a:ext cx="4236244" cy="324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87% reduction</a:t>
            </a: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 forecast error, outperforming traditional methods.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Substantial financial optimization</a:t>
            </a: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potential and support for environmental sustainability.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Data-driven inventory decisions offer a measurable pathway to </a:t>
            </a:r>
            <a:r>
              <a:rPr lang="en-US" sz="17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reducing food waste</a:t>
            </a: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without sacrificing profitability.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4776" y="6334958"/>
            <a:ext cx="4236244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EcoShelf is a step towards a more efficient and sustainable retail future.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Elizabeth Ayoola</cp:lastModifiedBy>
  <cp:revision>2</cp:revision>
  <dcterms:created xsi:type="dcterms:W3CDTF">2026-02-23T20:52:51Z</dcterms:created>
  <dcterms:modified xsi:type="dcterms:W3CDTF">2026-02-23T21:00:28Z</dcterms:modified>
</cp:coreProperties>
</file>